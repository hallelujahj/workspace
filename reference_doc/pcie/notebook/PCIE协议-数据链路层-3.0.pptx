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57" r:id="rId4"/>
    <p:sldId id="261" r:id="rId5"/>
    <p:sldId id="265" r:id="rId6"/>
    <p:sldId id="266" r:id="rId7"/>
    <p:sldId id="267" r:id="rId8"/>
    <p:sldId id="263" r:id="rId9"/>
    <p:sldId id="264" r:id="rId10"/>
    <p:sldId id="262" r:id="rId11"/>
    <p:sldId id="268" r:id="rId12"/>
    <p:sldId id="277" r:id="rId13"/>
    <p:sldId id="269" r:id="rId14"/>
    <p:sldId id="278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65" autoAdjust="0"/>
  </p:normalViewPr>
  <p:slideViewPr>
    <p:cSldViewPr snapToGrid="0">
      <p:cViewPr varScale="1">
        <p:scale>
          <a:sx n="143" d="100"/>
          <a:sy n="143" d="100"/>
        </p:scale>
        <p:origin x="9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34FD3-BD1F-40F4-BBA3-3039D724BDB5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0698C-EC39-4876-BA06-B45228255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824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数据链路层使用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协议保证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的正确传送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协议是一种滑动窗口协议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其中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Sequence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前缀存放当前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的序列</a:t>
            </a:r>
            <a:r>
              <a:rPr lang="zh-CN" altLang="en-US" sz="1800" b="0" i="0">
                <a:solidFill>
                  <a:srgbClr val="000000"/>
                </a:solidFill>
                <a:effectLst/>
                <a:latin typeface="FZSSK--GBK1-0"/>
              </a:rPr>
              <a:t>号</a:t>
            </a:r>
            <a:r>
              <a:rPr lang="zh-CN" altLang="en-US" sz="1800" b="0" i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>
                <a:solidFill>
                  <a:srgbClr val="000000"/>
                </a:solidFill>
                <a:effectLst/>
                <a:latin typeface="FZSSK--GBK1-0"/>
              </a:rPr>
              <a:t>滑动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窗口协议需要使用这个序列号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该序列号可以循环使用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但在同一个时间段内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一条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链路不能含有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Sequence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前缀相同的多个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LCRC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后缀存放当前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的校验和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11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只有传统复位方式才能使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DL_Inactive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FLR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方式并不会影响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DLCMSM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状态机。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设备从复位状态进入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DL_Inactive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将对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数据链路层进行彻底复位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将与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链路相关的寄存器置为复位值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并丢弃在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中保存的所有报文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设备处于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DL_Inactive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数据链路层将向事务层提交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DL_Down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状态信息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并丢弃来自数据链路层和物理层的所有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而且不接收对端设备发送的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使用以下状态位， 向事务层通知数据链路层所处的状态</a:t>
            </a:r>
            <a:r>
              <a:rPr lang="zh-CN" altLang="en-US" sz="5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5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DL_Down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数据链路层处于该状态时， 表示在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链路的对端没有发现其他设备。当数据链路层处于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DL_Inactive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该状态位有效。 值得注意的是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DL_Down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有效时， 并不意味着对端不存在物理设备。 数据链路层仅是使用该状态位通知事务层， 暂时没有从对端中发现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设备， 需要进一步检测。</a:t>
            </a:r>
          </a:p>
          <a:p>
            <a:pPr>
              <a:buNone/>
            </a:pPr>
            <a:r>
              <a:rPr lang="zh-CN" altLang="en-US" sz="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DL_Up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数据链路层处于该状态表示在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链路的对端连接了其他设备。 当数据链路层处于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DL_Active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该状态位有效。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261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由接收端发向发送端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报文后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将根据数据链路层的阈值设置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向对端设备发送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而不是每接收到一个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都向对端发送一个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表示接收端正确收到来自对端的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由接收端发向发送端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表示接收端有哪些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没有被正确接收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将重传没有被正确接收的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同时释放已经被正确接收的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协议相关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是数据链路层的两个重要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这两个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的详细作用如第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7. 2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节所述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Power Management DLLPs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设备使用该组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进行电源管理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并向对端设备通知当前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链路的状态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总线还定义了一组与电源管理相关的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与这组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有一定的联系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但是其作用并不相同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总线使用该组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保证电源管理状态机的正确运行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Flow Control Packet DLLPs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包括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InitFC1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InitFC2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、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UpdateFC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总线使用这些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进行流量控制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总线中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数据传送由三大类组成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分别为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Posted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、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Non⁃Posted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Completion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这三种数据传送方式有些细微区别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设备为这三种数据传送设置了不同的数据缓冲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endParaRPr lang="en-US" altLang="zh-CN" sz="1800" b="0" i="0" dirty="0">
              <a:solidFill>
                <a:srgbClr val="000000"/>
              </a:solidFill>
              <a:effectLst/>
              <a:latin typeface="E-BZ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Vendor⁃specific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一些定制的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总线规范并未对此约束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由用户自定义使用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56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693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REPLAY_NUM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：判断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链路可能出现的故障</a:t>
            </a:r>
            <a:endParaRPr lang="en-US" altLang="zh-CN" sz="1800" b="0" i="0" dirty="0">
              <a:solidFill>
                <a:srgbClr val="000000"/>
              </a:solidFill>
              <a:effectLst/>
              <a:latin typeface="E-BZ"/>
            </a:endParaRPr>
          </a:p>
          <a:p>
            <a:pPr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REPLAY_NUM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计数器按照以下几个原则进行更新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当发送端第一次收到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REPLAY_NUM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计数器将加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ACKD_SEQ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计数器被赋值为这个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的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AckNak_Seq_Num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之后当发送端收到新的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而且其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AckNak_Seq_Num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字段大于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ACKD_SEQ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计数器的值时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表示发送端至少重传成功一个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REPLAY_NUM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计数器将被重置为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ACKD_SEQ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计数器的值也更新为相应的值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总线规定发送端新收到的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其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AckNak_Seq_Num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字段不能小于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ACKD_SEQ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如果出现这种问题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将是芯片的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Bug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●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如果新的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其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AckNak_Seq_Num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字段值等于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ACKD_SEQ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计数器的值时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表示发送端正在反复地重新发送同一个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REPLAY_NUM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计数器将加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</a:t>
            </a:r>
            <a:r>
              <a:rPr lang="zh-CN" altLang="en-US" dirty="0"/>
              <a:t> 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当这个计数器溢出时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发送端将不再重复发送这个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而是重新进行链路训练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链路恢复正常后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再重新发送这个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None/>
            </a:pPr>
            <a:br>
              <a:rPr lang="zh-CN" altLang="en-US" dirty="0"/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发送端需要使用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以判断在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的传送过程中是否出现异常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计数器记载一个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报文从发送到获得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回应的时间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当这个时间过长时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发送端认为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链路出现故障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计数器的更新规则如下所示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计数器的初始值为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在发送端发出或者重新发出一个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后以一个固定的时钟频率开始计数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计数器到达设定的阈值时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将认为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链路出现故障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设备将进行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链路的恢复工作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如果发送端可以正常收到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/ 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该计数器不会溢出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而且在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中没有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已经发送而且尚未被确认的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计数器被重置并重新开始计数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在正常情况下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发送端每发送一个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计数器将被重置并重新计数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但是有时在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中存在一些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已经被发送出去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但是并没有收到相应的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 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计数器不能被重置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3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中没有任何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计数器将被重置而且其值保持不变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之后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计数器将被重置而且其值保持不变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当数据链路层重新发送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计数器才重新开始计数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5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计数器到达设定的阈值后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该计数器的值将被重置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且保持不变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链路可能出现某种异常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当这些异常被处理完毕后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计数器才可能重新计数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6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链路重新训练时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计数器的值保持不变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准确地说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链路处于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计数器的值保持不变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95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遵循以下两个原则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接收端在收到一定数量的报文后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统一发送一个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做为回应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接收端收到的报文虽然没有到达阈值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ACKNAK_LATENCY_ 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计数器超时后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仍然要发出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作为回应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在某些情况下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发送端可能在发送一个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在很长一段时间内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都不会发送新的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此时接收端必须及时给出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回应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以免发送端的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计数器溢出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432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D82F-ACCB-086D-EFB5-2FEC8683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7E500-0AE6-E5E1-2438-9370E5298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28FDA6-2B03-A610-CB36-4ED238C6C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在某些情况下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接收端发送的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可能并没有被发送端正确接收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因此接收端在很长一段时间内都不会得到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发送端重试的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”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此时接收端将会择时重发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为此接收端设置了一个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AckNak_LATENCY_TIMER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当该计数器溢出时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接收端将重发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该计数器的更新规则如下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当接收端发送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该计数器重置并开始计数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）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接收端为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所有已接收的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发送了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报文时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或者数据链路层状态为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DL_Inactive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该计数器被重置且保持为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AckNak_LATENCY_TIMER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计数器的阈值是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计数器阈值的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 / 3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当接收端等待的时间超过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AckNak_LATENCY_TIMER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计数器的阈值后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接收端将重发一个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</a:t>
            </a:r>
            <a:r>
              <a:rPr lang="en-US" altLang="zh-CN" dirty="0"/>
              <a:t>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DLLP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当发送端发送若干个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之后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接收端将发送一个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作为回应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但是在某些情况下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发送端并没有收到接收端的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此时接收端需要在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AckNak_LATENCY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_ 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计数器溢出时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重新发送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从而防止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因为发送端的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REPLAY_TIMER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计数器溢出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”，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重新进行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链路训练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重发更多的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F0C734-8B73-8D72-6787-4A6EDCA45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084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0698C-EC39-4876-BA06-B4522825527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81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70FA8-1FF3-FF9D-5203-8DC03F72D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2A46D5-3158-86B9-7EE4-712A6800F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A2ED44-0622-23C3-2E8D-EDE22739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D8FFB-8A17-6C2B-DC8F-DE674FAE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579300-03FF-D7FC-E797-559B91901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5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CFE3D-529D-AA01-0C21-20ACFCA9F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8789C-20BE-BD8E-0E31-C1D9A88D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20A87-40D9-F61A-C55C-20795114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F1E54-D5DA-C57C-62EE-AB60704C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36D0C-A43D-C996-7AC3-55ECD924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11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95384-1621-40CD-152B-2A965531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AD7C9F-CB0B-55EC-1640-9C55B9150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7CC6D-37DD-C0BE-9F96-D4E2B8E8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D7AF5-7283-DCDE-046D-DA84121D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096142-54A1-B3DC-27FE-91A29D73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59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61926-33DA-2E79-92CB-31310DC9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26698-7CD2-26B3-22E8-C26E3C36F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817DAC-4CAB-6CB8-9BF3-7D20A967F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242044-F5DD-0E6A-3A21-D1C7BD13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A8D948-9C12-F673-4CC0-C039EB59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AA3AB1-A185-4969-3141-E85ABB67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7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3E663-5A9C-2C4A-6104-C5936ACD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FC23D2-499C-46AF-4DF0-7C843D958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B8E584-DA95-95D0-39C2-C576FFEE8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19FB1E-57F7-9E59-B558-38749915F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13F62E-B81A-9226-A34E-1C34CFED2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5E3806-28C2-302D-590F-EC80595E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45243F-C5BE-8ADF-EA26-B19723E14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DA2551-A447-7B35-C1AC-9E0B2A0D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17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AC7BB-5697-3DF0-DE6A-ABC61FB0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D40B2D-0191-0D91-E518-1E35E74A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CAC936-B24E-569A-0A83-07CE0483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61516-D794-8310-500F-5AD769C7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46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CE97B3-6797-91E2-B547-44B5EA0B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B0D614-99CD-AEFF-690E-1A13A4909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3BF74-CEE6-E528-A409-F3F83FFF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65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613B2-15F7-75C8-5A74-5CC6A018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FD2F41-824A-39BA-B830-5418ADE5F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AE0668-0BA4-7F60-96FC-3928CC4D3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B80E58-B79C-DE00-FBE0-384949E2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E03FC6-2B35-8911-0879-9250EB31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7257F-D591-5461-9239-E23C1182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70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85CA6-9FFC-1192-6C0C-06DF8465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26A3D0-AEA6-6B8C-80E6-94FDB3C24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6BD90B-467C-9E3F-0C6E-4C04FCFA0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E2BE02-005C-5C47-7331-835A965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35941B-9B4C-B2E4-F47A-A4E97B01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83E4F1-E739-DF75-63CB-34BC8BFE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74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A8F32-0851-8675-C073-1C6AFB97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E9F51B-02DD-B396-92CC-CFAC38DB6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BA6EEB-B5A0-0EB0-7F6E-C67EDF8F6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5AA14-4A01-A52D-9849-6F5CD10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0C977-BE5D-9EB2-1584-7029150D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52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CF81E7-543F-78C2-5FBB-50A1C86CD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57FCE-DBB3-798D-CD98-4368E1C15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5A2E3-1A2B-D32C-7D9B-B26FE03F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529ED-443A-6CB4-8A54-7D7BC8E1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13ABA8-00BE-0CDD-648A-C785BC92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0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31C6E0-3847-A7ED-5EE8-D025CE99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D63CC7-469D-0DC0-4856-7BAD04399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0B8A02-BAD7-7E71-012C-52CE85061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FC27B-D254-4FE2-B26C-2144B2FCEEE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38AB0-031B-3B42-3C96-8BD72E3EC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25BD6E-135A-6DA7-BB0A-C49E5556E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CD5C-6843-41CF-94C4-433021754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E840C-09CF-33F9-B78B-6208B4C077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PCIE</a:t>
            </a:r>
            <a:r>
              <a:rPr lang="zh-CN" altLang="en-US" dirty="0"/>
              <a:t>协议</a:t>
            </a:r>
            <a:r>
              <a:rPr lang="en-US" altLang="zh-CN" dirty="0"/>
              <a:t>-</a:t>
            </a:r>
            <a:r>
              <a:rPr lang="zh-CN" altLang="en-US" dirty="0"/>
              <a:t>数据链路层</a:t>
            </a:r>
          </a:p>
        </p:txBody>
      </p:sp>
    </p:spTree>
    <p:extLst>
      <p:ext uri="{BB962C8B-B14F-4D97-AF65-F5344CB8AC3E}">
        <p14:creationId xmlns:p14="http://schemas.microsoft.com/office/powerpoint/2010/main" val="48096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C22D-94A9-9EF7-36F2-6951FAC5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864874-FCA9-B59C-EF68-05AFFDB5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978" y="136525"/>
            <a:ext cx="6310044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1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F2FD7C2E-59EB-B4DB-9E84-04B005FE6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034" y="962788"/>
            <a:ext cx="9262532" cy="3751324"/>
          </a:xfrm>
          <a:prstGeom prst="rect">
            <a:avLst/>
          </a:prstGeom>
        </p:spPr>
      </p:pic>
      <p:sp>
        <p:nvSpPr>
          <p:cNvPr id="6" name="标题 6">
            <a:extLst>
              <a:ext uri="{FF2B5EF4-FFF2-40B4-BE49-F238E27FC236}">
                <a16:creationId xmlns:a16="http://schemas.microsoft.com/office/drawing/2014/main" id="{F4785B93-8CF5-1387-6FB0-2760A60D170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数据链路层拓扑结构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D94A22-889D-6239-8BC5-DC99659CD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257" y="4840419"/>
            <a:ext cx="8632085" cy="15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E208-C61C-4FE7-B8A8-F3EF849C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6E7F9E-2CB4-F8C4-359B-51E1C268072E}"/>
              </a:ext>
            </a:extLst>
          </p:cNvPr>
          <p:cNvSpPr txBox="1"/>
          <p:nvPr/>
        </p:nvSpPr>
        <p:spPr>
          <a:xfrm>
            <a:off x="1265170" y="918769"/>
            <a:ext cx="966165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总线的数据链路层使用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Buffer(Retry Buffer)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Error Check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部件共同保证数据传送的可靠性和完整性。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来自事务层的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首先暂存在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中， 然后发送到目标设备。 源设备的数据链路层根据来自目标设备的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/ NACK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报文决定是重发这些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还是清除保存在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的大小决定了事务层可以暂存在数据链路层的报文数。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的容量越大， 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设备发送流水线中容纳的报文越多， 从而也容易保证流水线不会因为发送部件出现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underrun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而中断， 但是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的容量越大， 占用的系统资源也越多， 从而影响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设备的功耗。 在一个实际应用中， 芯片设计者需要根据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链路的延时确定数据链路层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的大小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。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Error Check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单元检查接收到的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并决定如何向对端设备进行报文回应。 如果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被正确接收，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设备将向对端设备发送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； 如果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没有被正确接收，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设备将向对端设备发送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都产生于数据链路层， 并终止于数据链路层， 并不会传送到事务层。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8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DBAB-21CA-5FEA-9187-43692C0BB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B76486-C69A-80DA-DB6D-DB321598A4E9}"/>
              </a:ext>
            </a:extLst>
          </p:cNvPr>
          <p:cNvSpPr txBox="1"/>
          <p:nvPr/>
        </p:nvSpPr>
        <p:spPr>
          <a:xfrm>
            <a:off x="1606549" y="1154717"/>
            <a:ext cx="89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数据链路层通过物理层监控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链路的状态，维护数据链路层的“控制与管理状态机”（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Data Link Control and Management State Machine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DLCMSM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C742AC-6778-DEF4-7240-E2657AEE2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668" y="1864570"/>
            <a:ext cx="6048659" cy="2292349"/>
          </a:xfrm>
          <a:prstGeom prst="rect">
            <a:avLst/>
          </a:prstGeom>
        </p:spPr>
      </p:pic>
      <p:sp>
        <p:nvSpPr>
          <p:cNvPr id="5" name="标题 6">
            <a:extLst>
              <a:ext uri="{FF2B5EF4-FFF2-40B4-BE49-F238E27FC236}">
                <a16:creationId xmlns:a16="http://schemas.microsoft.com/office/drawing/2014/main" id="{C392795D-E997-C7D8-2CA6-9C026398C42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数据链路层状态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1559F0-0197-E44E-A543-5DBAEC1A6F45}"/>
              </a:ext>
            </a:extLst>
          </p:cNvPr>
          <p:cNvSpPr txBox="1"/>
          <p:nvPr/>
        </p:nvSpPr>
        <p:spPr>
          <a:xfrm>
            <a:off x="1412113" y="4220441"/>
            <a:ext cx="93677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DL_Inactive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物理层通知数据链路层当前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链路不可用。 在当前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链路的对端没有连接任何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设备， 或者没有检测到对端设备的存在时， 数据链路层处于该状态。</a:t>
            </a:r>
          </a:p>
          <a:p>
            <a:pPr>
              <a:buNone/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DL_Init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物理层通知数据链路层当前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链路可用， 且物理层正处于链路初始化状态， 此时数据链路层不能接收或者发送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此时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链路首先需要初始化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VC0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的流量控制机制， 然后再对其他虚通路进行流量控制的初始化。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链路处于正常工作模式。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7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C5F72-807F-E355-0706-660A8713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1FC880-7EC9-25A5-E8B1-321C4AF94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22" y="1294915"/>
            <a:ext cx="7217755" cy="20642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BFE489-D5AD-1A3C-2E16-85C5973276E8}"/>
              </a:ext>
            </a:extLst>
          </p:cNvPr>
          <p:cNvSpPr txBox="1"/>
          <p:nvPr/>
        </p:nvSpPr>
        <p:spPr>
          <a:xfrm>
            <a:off x="1976986" y="3549472"/>
            <a:ext cx="84033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并不是由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加上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前缀和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LCRC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后缀组成的， 而具有单独的格式。 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个字节组成， 其中第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个字节存放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的类型， 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个字节存放的数据与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类型相关， 而最后两个字节存放当前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CRC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校验。大多数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设备自动产生， 而与事务层没有直接联系。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标题 6">
            <a:extLst>
              <a:ext uri="{FF2B5EF4-FFF2-40B4-BE49-F238E27FC236}">
                <a16:creationId xmlns:a16="http://schemas.microsoft.com/office/drawing/2014/main" id="{32DE65A2-BDC1-64A3-5926-8380B95998D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DLLP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1180C-69BC-57F1-14A3-C310DFA9CE02}"/>
              </a:ext>
            </a:extLst>
          </p:cNvPr>
          <p:cNvSpPr txBox="1"/>
          <p:nvPr/>
        </p:nvSpPr>
        <p:spPr>
          <a:xfrm>
            <a:off x="4122217" y="4940123"/>
            <a:ext cx="39475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DLLP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Flow Control Packet DLLP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Vendor-specific DLLP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86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A1DD-D574-2E3B-853F-A338B528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CFF902-9D51-DB80-57F9-8234D455C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399" y="583012"/>
            <a:ext cx="8151202" cy="569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9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4E4DC-602C-E7C5-6ABE-B62CA254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87BBE1-E21D-20EF-99A6-DA902B815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510" y="849779"/>
            <a:ext cx="7371140" cy="1973376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7BD6E851-313A-AB91-C867-36902937F9F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ACK/NACK DLLP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D263E5-191B-42B8-11F5-EB4F154E5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3285931"/>
            <a:ext cx="7143750" cy="253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7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8245D-E4E6-C70A-B41D-06B069C9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DF5B52-989F-C33A-AA5B-CDF2D98CADB5}"/>
              </a:ext>
            </a:extLst>
          </p:cNvPr>
          <p:cNvSpPr txBox="1"/>
          <p:nvPr/>
        </p:nvSpPr>
        <p:spPr>
          <a:xfrm>
            <a:off x="444893" y="1984836"/>
            <a:ext cx="4146157" cy="30164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总线中， 数据链路层使用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/ NAK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协议保证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的可靠传送。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en-US" altLang="zh-CN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发送端的数据链路层负责将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传送给接收端， 而接收端的数据链路层在收到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之后， 将向发送端发送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/ NAK DLLP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发送端和接收端通过某种传送协议， 完成数据链路层的数据交换， 在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总线中， 这个协议称为 </a:t>
            </a: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/ NACK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协议。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b="0" i="0" dirty="0"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/ NAK </a:t>
            </a: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协议是一种滑动窗口协议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DE5C37-8302-46A9-2E9E-BE67ABFDF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72" y="1293224"/>
            <a:ext cx="6389346" cy="428086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标题 6">
            <a:extLst>
              <a:ext uri="{FF2B5EF4-FFF2-40B4-BE49-F238E27FC236}">
                <a16:creationId xmlns:a16="http://schemas.microsoft.com/office/drawing/2014/main" id="{366ECC9C-6CE1-ACF5-13C2-F98776A8915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ACK/NACK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175541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35FA-C52B-B596-8D6B-7B7C4F14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97F7B4-22DF-A90F-A601-0D7C5A2D0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6149"/>
            <a:ext cx="7085157" cy="47021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66F3ACD-4D5E-6EEC-71D5-5EC9435CA7E0}"/>
              </a:ext>
            </a:extLst>
          </p:cNvPr>
          <p:cNvSpPr txBox="1"/>
          <p:nvPr/>
        </p:nvSpPr>
        <p:spPr>
          <a:xfrm>
            <a:off x="7231892" y="879899"/>
            <a:ext cx="49601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发送方：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NEXT_TRANSMIT_SEQ: 12b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，初始值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0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，指示下一个要发送的序号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LCRC GEN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：产生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32b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的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CRD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校验码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Replay Buffer: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存放未被确认的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TLP copy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REPLAY Timer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：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1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）在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timer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启动时，发送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TLP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并不重置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timer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；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2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）收到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ACK/NACK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时如果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replay buffer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有数据重置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timer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，并且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REPLAY Timer 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也清零；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REPLAY_NUM: 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记录超时重传次数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00-&gt;01-&gt;10-&gt;11-&gt;00 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回滚到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0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时数据链路层通知物理层重新训练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ACK_SEQ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：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12b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，初始值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0xfff</a:t>
            </a:r>
            <a:endParaRPr lang="zh-CN" altLang="en-US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46E6EA-1409-C66B-D3DB-B1C275E8156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231893" y="3744488"/>
            <a:ext cx="43662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接收方：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NEXT_RCV_SEQ: 12b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，初始值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0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，期待的下一个序号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NAK_SCHEDULED: 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产生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NAK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时置位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1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，收到序号匹配的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TLP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时复位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 err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AckNak_LATENCY_TIMER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：超时后发送一个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和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NAK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携带的序号都是确认正确的序号，区别在于</a:t>
            </a:r>
            <a:r>
              <a:rPr lang="en-US" altLang="zh-CN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NAK</a:t>
            </a:r>
            <a:r>
              <a:rPr lang="zh-CN" altLang="en-US" sz="1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序号下一个已证明是错的；</a:t>
            </a:r>
            <a:endParaRPr lang="en-US" altLang="zh-CN" sz="14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6BEFA9-0BDC-8383-E002-73BC4802BD56}"/>
              </a:ext>
            </a:extLst>
          </p:cNvPr>
          <p:cNvSpPr txBox="1"/>
          <p:nvPr/>
        </p:nvSpPr>
        <p:spPr>
          <a:xfrm>
            <a:off x="7281423" y="5737354"/>
            <a:ext cx="43662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ACKNAK_LATENCY_TIMER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计数器的阈值是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REPLAY_TIMER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阈值的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/ 3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可以保证接收端至少可以重发两次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给发送端</a:t>
            </a:r>
            <a:r>
              <a:rPr lang="zh-CN" altLang="en-US" sz="11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7353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B2D4-8369-0D29-64AC-3AC78305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F2BDC44-EB21-09FD-AD8D-84A1244B0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" y="1371600"/>
            <a:ext cx="6966824" cy="4114800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AEE987BF-2C7B-ED79-8EEC-A898DE1258A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发送端收到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 DLLP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B1A88E-205A-A6BE-B910-F310CD67BEFD}"/>
              </a:ext>
            </a:extLst>
          </p:cNvPr>
          <p:cNvSpPr txBox="1"/>
          <p:nvPr/>
        </p:nvSpPr>
        <p:spPr>
          <a:xfrm>
            <a:off x="7020362" y="847854"/>
            <a:ext cx="517163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发送端向接收端发送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其中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是第一个报文，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是最后一个报文。此时发送端的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NEXT_TRANSMIT_SEQ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计数器为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表示即将填入到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中的报文序列号为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接收端按序收到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仍在传送过程中。 接收端的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 SEQ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计数器为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表示即将接收的报文序列号为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接收端通过报文检查决定接收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然后发送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此时这个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为了提高总线的利用率， 接收端不会为每一个接收到的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都做出应答。 在这个例子中，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都已经被接收。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发送端收到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得知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都被成功接收。 此时发送端将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中清除。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接收端陆续收到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接收端的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 RCV_ SEQ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计数器为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表示即将接收的报文序列号为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然后接收端向发送端发送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这个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_ Num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即为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- 1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发送端收到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得知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都被成功接收。 此时发送端将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中清除。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zh-CN" altLang="en-US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25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9E3F-ED25-4399-2DDD-D978F050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6">
            <a:extLst>
              <a:ext uri="{FF2B5EF4-FFF2-40B4-BE49-F238E27FC236}">
                <a16:creationId xmlns:a16="http://schemas.microsoft.com/office/drawing/2014/main" id="{222E178E-0DAA-D575-48A6-D5F4F64E81C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发送端收到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NACK DLLP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C09BDE-7575-411A-F979-986556434396}"/>
              </a:ext>
            </a:extLst>
          </p:cNvPr>
          <p:cNvSpPr txBox="1"/>
          <p:nvPr/>
        </p:nvSpPr>
        <p:spPr>
          <a:xfrm>
            <a:off x="7020362" y="649650"/>
            <a:ext cx="517163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发送端向接收端发送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其中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是第一个报文， 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是最后一个报文。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接收端按序收到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仍在传送过程中。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接收端通过报文检查决定接收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此时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表示即将接收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没有通过完整性验证， 此时接收端将向对端发送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这个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即为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- 1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表示接收端最后一个接收正确的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发送端收到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得知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已被成功接收。 此时发送端首先停止从事务层接收新的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之后将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中清除。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发送端重新发送在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开始的报文。 在这个例子中， 发送端将重新发送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4F7CB3-86D2-0FCC-3672-44DA7E77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371600"/>
            <a:ext cx="6919278" cy="37401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C45EB7C-1188-C463-7CCC-11B7B6C34B6C}"/>
              </a:ext>
            </a:extLst>
          </p:cNvPr>
          <p:cNvSpPr txBox="1"/>
          <p:nvPr/>
        </p:nvSpPr>
        <p:spPr>
          <a:xfrm>
            <a:off x="6096000" y="5048870"/>
            <a:ext cx="6159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发送端每一次收到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都将重发在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中剩余的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但是发送端不能无限次重发同一个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因为出现这种情况意味着链路出现了某些问题， 必须修复这些问题后， 才能继续重发这些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为此在发送端中设置了一个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位计数器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REPLAY_NUM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，这个计数器的初始值为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当数据链路层处于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Inactive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该计数器保持为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6849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7E36-AF1A-350B-A183-20737E4C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59EA4D73-0C83-1C73-A68E-7E85FDD7BD6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接收端发送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ACK DLLP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5E8485-D073-14CF-5B30-D9BE64D48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0825"/>
            <a:ext cx="6593537" cy="37274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227698D-609A-6809-1D9A-B5F8B5C460A4}"/>
              </a:ext>
            </a:extLst>
          </p:cNvPr>
          <p:cNvSpPr txBox="1"/>
          <p:nvPr/>
        </p:nvSpPr>
        <p:spPr>
          <a:xfrm>
            <a:off x="6593537" y="1497375"/>
            <a:ext cx="549095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发送端发送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给接收端， 其中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是第一个报文， 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是最后一个报文。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接收端按序收到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仍在传送过程中。 此时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的值被更新为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表示下一个即将接收的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接收端通过报文检查决定接收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然后发送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这个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Ack⁃Nak_Seq_Num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为了提高总线的利用率， 接收端不会对每一个接收到的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都做出应答。 在这个例子中，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都已经被接收。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接收端将接收到的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传递给事务层。</a:t>
            </a: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接收端陆续收到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继续执行步骤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F35106-72A8-8E23-F06E-DFD327166A5A}"/>
              </a:ext>
            </a:extLst>
          </p:cNvPr>
          <p:cNvSpPr txBox="1"/>
          <p:nvPr/>
        </p:nvSpPr>
        <p:spPr>
          <a:xfrm>
            <a:off x="4476750" y="5368236"/>
            <a:ext cx="77152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接收端不会对每一个正确接收的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回应， 因为这样将严重影响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总线链路的使用效率， 而是收集一定数量的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统一发出一个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回应表示之前的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都已正确接收。接收端使用了一个 </a:t>
            </a:r>
            <a:r>
              <a:rPr lang="en-US" altLang="zh-CN" sz="1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ACKNAK_LATENCY_ TIMER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计数器， 当这个计数器超时或者接收的报文数超过一个阈值后， 向发送端发送一个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回应。 此时这个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字段为在这段时间以来， 最后一个被正确接收的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号。 </a:t>
            </a:r>
            <a:endParaRPr lang="zh-CN" altLang="en-US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056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979F-BE58-F790-8175-8D1F2EF1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DE747317-ECE8-2384-65D5-0767770D393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接收端发送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NACK DLLP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B4D720-B0F8-03D5-46AE-70757C91E8CA}"/>
              </a:ext>
            </a:extLst>
          </p:cNvPr>
          <p:cNvSpPr txBox="1"/>
          <p:nvPr/>
        </p:nvSpPr>
        <p:spPr>
          <a:xfrm>
            <a:off x="6580837" y="798875"/>
            <a:ext cx="549095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发送端向接收端发送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其中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是第一个报文， 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是最后一个报文。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接收端按序收到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并将这些报文放入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 Buffer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当然也可以在这些报文通过完整性检查后， 再决定是否将这些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放入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 Buffer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中， 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仍在传送过程中。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接收端通过报文检查决定接收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此时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，表示即将接收</a:t>
            </a:r>
            <a: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而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没有通过完整性验证， 此时接收端将发送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这个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Ack⁃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即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- 1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AckNak_Seq_Num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表示接收端最后一个正确接收的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此时接收端将设置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NAK_SCHEDULED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而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保持不变， 即为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接收端将丢弃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当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到达时， 接收端仍然丢弃这些报文， 即便这些报文通过了完整性检查， 因为这些报文的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号大于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接收端不会为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因为此时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NAK_SCHEDULED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位有效。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发送端收到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其序号为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此时发送端首先将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中清除，因为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已经被接收端正确接收， 然后重新发送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接收端如果正确接收到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发现其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相等， 将清除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NAK_SCHEDULED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位。</a:t>
            </a:r>
          </a:p>
          <a:p>
            <a:pPr>
              <a:buNone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接收端陆续接收到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TLP6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并根据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CRC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的检查结果决定发送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4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14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4A74D6-59F1-E86B-93D7-90B7BF263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9700"/>
            <a:ext cx="6631416" cy="36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9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D0917-5968-C575-C3E2-D58CD7CD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C5A928-6C0D-114B-59B8-E743CB24D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4" y="82550"/>
            <a:ext cx="4185178" cy="29527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F8A22C-CA49-E986-E353-2FADC0C7AEEA}"/>
              </a:ext>
            </a:extLst>
          </p:cNvPr>
          <p:cNvSpPr txBox="1"/>
          <p:nvPr/>
        </p:nvSpPr>
        <p:spPr>
          <a:xfrm>
            <a:off x="961598" y="2965450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Sequence number</a:t>
            </a:r>
            <a:r>
              <a:rPr lang="zh-CN" altLang="en-US" dirty="0"/>
              <a:t>翻转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AD9128-D762-7E13-225C-3CE86BDF6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257" y="0"/>
            <a:ext cx="4247134" cy="3035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58270F1-38C6-D838-148F-B915668FCB4B}"/>
              </a:ext>
            </a:extLst>
          </p:cNvPr>
          <p:cNvSpPr txBox="1"/>
          <p:nvPr/>
        </p:nvSpPr>
        <p:spPr>
          <a:xfrm>
            <a:off x="7881861" y="2965450"/>
            <a:ext cx="103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TLP</a:t>
            </a:r>
            <a:r>
              <a:rPr lang="zh-CN" altLang="en-US" dirty="0"/>
              <a:t>丢失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CA51855-F13D-A563-DFD3-21E2CDB7E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17" y="3269218"/>
            <a:ext cx="4203155" cy="30871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CB1E95A-C800-34F4-7871-2D446480B40D}"/>
              </a:ext>
            </a:extLst>
          </p:cNvPr>
          <p:cNvSpPr txBox="1"/>
          <p:nvPr/>
        </p:nvSpPr>
        <p:spPr>
          <a:xfrm>
            <a:off x="1795795" y="6406118"/>
            <a:ext cx="110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Bad NAK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DC3353-FBC0-2DA8-71B2-15B11E9E91DD}"/>
              </a:ext>
            </a:extLst>
          </p:cNvPr>
          <p:cNvSpPr txBox="1"/>
          <p:nvPr/>
        </p:nvSpPr>
        <p:spPr>
          <a:xfrm>
            <a:off x="5146776" y="3334782"/>
            <a:ext cx="695450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Bad ACK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A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发送了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4094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4095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B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收到了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4094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4095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置为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，然后因为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AckNak_LATENCY_TIMER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到时间了，发送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ACK0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ACK0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在链路上丢了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1bit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，所以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A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16bit CRC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会校验失败，然后丢掉这个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，意味着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4094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4095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还会驻留在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里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1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正确到达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B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，然后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NEXT_RCV_SEQ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会增加到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，并且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AckNak_LATENCY_TIMER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再次到时而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ACK2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、如果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ACK2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正确到达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A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，此时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A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会清除调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里的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4094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4095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ACK2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还是错误的话，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A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timer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到时后会产生重传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4094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4095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。造成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sequence number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NRS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小，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B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会丢掉重复收到的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，然后发一个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ACK2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给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A</a:t>
            </a:r>
            <a:endParaRPr lang="zh-CN" altLang="en-US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819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825A-0CEC-918C-50F6-EE97E603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82679FD-290B-70DA-F08D-323FC361D2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数据链路层发送报文顺序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B0339-B391-CEB5-E74F-A6473781FDAC}"/>
              </a:ext>
            </a:extLst>
          </p:cNvPr>
          <p:cNvSpPr txBox="1"/>
          <p:nvPr/>
        </p:nvSpPr>
        <p:spPr>
          <a:xfrm>
            <a:off x="2025650" y="1262946"/>
            <a:ext cx="81407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正在发送的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具有最高的优先权。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总线为了保证数据的完整性，不允许打断正在传送的报文。 从理论上讲， 打断正在传送的报文是可行的， 但是硬件需要更大的代价， 也需要制定更加复杂的协议保证数据的完整性。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的传送。 一般来说， 处于协议底层的报文优先权高于处于协议高层的报文， 这也是解决死锁的一个有效方法。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NAK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需要优先于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的发送， 原理同上。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ACK 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响应正确接收的报文， 在绝大多数处理过程中， 错误处理报文优先于正确的响应， 这也是一种防止死锁的方法。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重新传送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Replay Buffer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也是一种发现错误后的恢复手段， 因此这种报文的传递优先权高于其他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因为在错误没有处理完毕之前， 其他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的传递是没有意义的， 接收端都将丢弃这些报文。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其他在事务层等待的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其他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包括地址路由， 电源管理等报文， 这些报文与数据报文的传递无关， 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总线规定的一些控制报文， 所以优先权最低。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9337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3665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13130</TotalTime>
  <Words>4288</Words>
  <Application>Microsoft Office PowerPoint</Application>
  <PresentationFormat>宽屏</PresentationFormat>
  <Paragraphs>129</Paragraphs>
  <Slides>17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E-BZ</vt:lpstr>
      <vt:lpstr>FZSSK--GBK1-0</vt:lpstr>
      <vt:lpstr>等线</vt:lpstr>
      <vt:lpstr>等线 Light</vt:lpstr>
      <vt:lpstr>Arial</vt:lpstr>
      <vt:lpstr>Times New Roman</vt:lpstr>
      <vt:lpstr>Office 主题​​</vt:lpstr>
      <vt:lpstr>PCIE协议-数据链路层</vt:lpstr>
      <vt:lpstr>PowerPoint 演示文稿</vt:lpstr>
      <vt:lpstr>数据链路层拓扑结构</vt:lpstr>
      <vt:lpstr>PowerPoint 演示文稿</vt:lpstr>
      <vt:lpstr>数据链路层状态</vt:lpstr>
      <vt:lpstr>DLLP</vt:lpstr>
      <vt:lpstr>PowerPoint 演示文稿</vt:lpstr>
      <vt:lpstr>ACK/NACK DLLP</vt:lpstr>
      <vt:lpstr>ACK/NACK协议</vt:lpstr>
      <vt:lpstr>PowerPoint 演示文稿</vt:lpstr>
      <vt:lpstr>发送端收到ACK DLLP</vt:lpstr>
      <vt:lpstr>发送端收到NACK DLLP</vt:lpstr>
      <vt:lpstr>接收端发送ACK DLLP</vt:lpstr>
      <vt:lpstr>接收端发送NACK DLLP</vt:lpstr>
      <vt:lpstr>PowerPoint 演示文稿</vt:lpstr>
      <vt:lpstr>数据链路层发送报文顺序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Han</dc:creator>
  <cp:lastModifiedBy>Jayden Han</cp:lastModifiedBy>
  <cp:revision>156</cp:revision>
  <dcterms:created xsi:type="dcterms:W3CDTF">2025-04-09T06:39:50Z</dcterms:created>
  <dcterms:modified xsi:type="dcterms:W3CDTF">2025-04-18T09:30:14Z</dcterms:modified>
</cp:coreProperties>
</file>