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64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7863F3-B06C-1227-C455-5F32BBB077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4E4830A-97F0-1D85-8B1C-3A16943A4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AF85E9-5935-7261-A5F6-C0AC7FAAE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681A8-D776-4DAA-A457-C5C78A8DE198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F6A25C-7CE0-F7F6-711F-58A15DDC1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71E03A-5D4C-AA46-8DD1-0919C1F3E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44AE-002D-417C-A2F7-ACFC4B1F5B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446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F701CD-9F63-8F97-0795-3A501FE1D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791F5E-6884-2E6A-A7FC-433CC8598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39400E-5663-AC11-55A5-DEB91E099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681A8-D776-4DAA-A457-C5C78A8DE198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E5517E-2174-ED37-6DCD-12CB68F32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634FF7-5AD3-450F-5ECC-A672F87E4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44AE-002D-417C-A2F7-ACFC4B1F5B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3318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4BCD86-C389-0229-C6E1-D37F9BDE0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60DB37-765E-2071-748C-84629E3F3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B49B59-789F-1C5C-5163-AA7F3A456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681A8-D776-4DAA-A457-C5C78A8DE198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3000D0-CBC8-A5ED-7A09-353D31B38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359031-7F8E-7702-80E5-F1D1946AB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44AE-002D-417C-A2F7-ACFC4B1F5B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0677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D7B90E-3B18-4158-0382-932D6E5BD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4AE866-CB27-4E46-E75A-DBFBD6EDA1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F0AD3C-361D-C430-9FAD-8DEE839FD0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B05FBE-FE4B-D195-DB98-47198EEA1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681A8-D776-4DAA-A457-C5C78A8DE198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A75D38-34EB-73C7-9AEA-2CDDAD8FE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7A4576-798A-8756-DF25-B5724D74A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44AE-002D-417C-A2F7-ACFC4B1F5B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252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177AF5-891E-5481-1ABE-F8AF7A12E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43A058-61ED-62AA-31FF-23300E779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12350CE-1F45-8839-071A-95D10CF906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9F33B2F-D4ED-3F44-A15A-BE044E3235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FE65750-FC4C-3B71-6BEC-83DAA09966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221B942-AE8E-46C0-D06D-9E2AC3A13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681A8-D776-4DAA-A457-C5C78A8DE198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7703E6C-7C76-905E-C253-9D4119CA5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B587F55-E1D1-9F91-3835-CD238B434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44AE-002D-417C-A2F7-ACFC4B1F5B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52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B4C181-C6AD-76D8-6AC3-678214E06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7E4D3A0-18EA-361A-E80D-A09102EC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681A8-D776-4DAA-A457-C5C78A8DE198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9826D35-4642-DBF8-6250-D6E2D2530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17FA7CD-A668-E70B-4582-B86A368C4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44AE-002D-417C-A2F7-ACFC4B1F5B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704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B5373EE-6892-57BD-C004-E42D5015D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681A8-D776-4DAA-A457-C5C78A8DE198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075CFE-A11D-0E95-7584-6761379D0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193B3B-B505-F9DD-3881-A64FB0370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44AE-002D-417C-A2F7-ACFC4B1F5B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1533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9611ED-A7D3-FB93-A091-15901BE85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71D943-A4A0-D030-1251-EAC73AC35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F75EDFB-EE32-9EEB-E20C-D103AB242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495489-D2B5-72D8-5760-64D8BF044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681A8-D776-4DAA-A457-C5C78A8DE198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655311-E4A8-F9D6-6122-C5B688E02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B5D865-5A79-A2BC-7001-7063263FE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44AE-002D-417C-A2F7-ACFC4B1F5B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489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1565A7-A951-9489-1C79-FA5D274ED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40BDD6F-F376-50A5-0949-D1CE2A49C0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B3E24B-909D-24B0-6991-AD2D1EBC6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A6687A-232F-5B56-AF9E-ACC16EDCB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681A8-D776-4DAA-A457-C5C78A8DE198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29AF18-B08C-184B-A774-1ACD5C26B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16BC30-6A1E-0FFA-931D-9C876B47D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44AE-002D-417C-A2F7-ACFC4B1F5B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082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4D7613-ADF5-3E58-3517-A25247B05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19B7131-A4D3-01BE-2E3B-6DBF67046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CC16D9-7586-B6D3-D45C-45F41B0D4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681A8-D776-4DAA-A457-C5C78A8DE198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5E6656-5C45-0A3B-078C-2338C2E55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2FDDBB-AB00-7B7A-7449-1DF26A11C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44AE-002D-417C-A2F7-ACFC4B1F5B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612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B2D19F2-7D56-B931-24AA-924FA13754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11427E-83B9-09E7-5063-D69F5B058B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50395E-B047-08B2-3EC3-0F143F144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681A8-D776-4DAA-A457-C5C78A8DE198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FB6904-0D26-F054-CE63-6B0856EBD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734DC3-88A0-15A6-696A-93B84C70B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A44AE-002D-417C-A2F7-ACFC4B1F5B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5372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3996C4D-EF9E-A22B-9659-1560131CE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24308C-83C9-DA73-7EBA-1794A9882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4C81DF-6419-6298-4E99-0F26F60580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6681A8-D776-4DAA-A457-C5C78A8DE198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3CA340-59DE-D382-8E4D-ABF0B22D59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DCD37C-104B-32E8-AFC6-A40D170816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5A44AE-002D-417C-A2F7-ACFC4B1F5B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36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9B32F8-2AE4-714D-AA13-42A73918E2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PCIE</a:t>
            </a:r>
            <a:r>
              <a:rPr lang="zh-CN" altLang="en-US" dirty="0"/>
              <a:t>软件初始化</a:t>
            </a:r>
            <a:r>
              <a:rPr lang="en-US" altLang="zh-CN" dirty="0"/>
              <a:t>&amp;</a:t>
            </a:r>
            <a:r>
              <a:rPr lang="zh-CN" altLang="en-US" dirty="0"/>
              <a:t>配置</a:t>
            </a:r>
          </a:p>
        </p:txBody>
      </p:sp>
    </p:spTree>
    <p:extLst>
      <p:ext uri="{BB962C8B-B14F-4D97-AF65-F5344CB8AC3E}">
        <p14:creationId xmlns:p14="http://schemas.microsoft.com/office/powerpoint/2010/main" val="409602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20E63ED-4D51-5DF0-C0AE-E5E5C20BD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8244" y="0"/>
            <a:ext cx="52155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989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21975-5E70-1517-9A65-8E9112DC9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表格&#10;&#10;AI 生成的内容可能不正确。">
            <a:extLst>
              <a:ext uri="{FF2B5EF4-FFF2-40B4-BE49-F238E27FC236}">
                <a16:creationId xmlns:a16="http://schemas.microsoft.com/office/drawing/2014/main" id="{88482F53-35BB-4DBD-676F-7AAE3D517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3627" y="4672375"/>
            <a:ext cx="3928373" cy="2185625"/>
          </a:xfrm>
          <a:prstGeom prst="rect">
            <a:avLst/>
          </a:prstGeom>
        </p:spPr>
      </p:pic>
      <p:sp>
        <p:nvSpPr>
          <p:cNvPr id="4" name="标题 6">
            <a:extLst>
              <a:ext uri="{FF2B5EF4-FFF2-40B4-BE49-F238E27FC236}">
                <a16:creationId xmlns:a16="http://schemas.microsoft.com/office/drawing/2014/main" id="{39F801FB-5534-B6E0-CC5E-B058C3E83463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8795" y="214765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ECAM</a:t>
            </a:r>
            <a:r>
              <a:rPr lang="en-US" altLang="zh-CN" sz="20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(Enhanced Configuration Access Mechanism)</a:t>
            </a:r>
            <a:endParaRPr lang="zh-CN" altLang="en-US" sz="2000" dirty="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4849126-F3DD-693F-E1F4-8FFACA7C62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2699" y="-1"/>
            <a:ext cx="6439301" cy="467237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90B29E3-16D8-6B49-5164-55E44610A096}"/>
              </a:ext>
            </a:extLst>
          </p:cNvPr>
          <p:cNvSpPr txBox="1"/>
          <p:nvPr/>
        </p:nvSpPr>
        <p:spPr>
          <a:xfrm>
            <a:off x="-1" y="1065465"/>
            <a:ext cx="5984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PCI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兼容的配置空间可以通过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CAM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或者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ECAM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机制来访问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PCIE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增强配置空间只能通过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ECAM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访问</a:t>
            </a:r>
          </a:p>
        </p:txBody>
      </p:sp>
    </p:spTree>
    <p:extLst>
      <p:ext uri="{BB962C8B-B14F-4D97-AF65-F5344CB8AC3E}">
        <p14:creationId xmlns:p14="http://schemas.microsoft.com/office/powerpoint/2010/main" val="2525084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1A031-235A-8B7C-3931-0DB040E68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747477A-CBF4-B38F-1746-93E783EF5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5307" y="0"/>
            <a:ext cx="4936693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2C6D502-8292-D3D4-4609-BB91376759CA}"/>
              </a:ext>
            </a:extLst>
          </p:cNvPr>
          <p:cNvSpPr txBox="1"/>
          <p:nvPr/>
        </p:nvSpPr>
        <p:spPr>
          <a:xfrm>
            <a:off x="0" y="0"/>
            <a:ext cx="740228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消息路由：</a:t>
            </a:r>
          </a:p>
          <a:p>
            <a:r>
              <a:rPr lang="zh-CN" altLang="en-US" dirty="0"/>
              <a:t>现在，有了上面的路由信息，我们就可以很轻松的来对</a:t>
            </a:r>
            <a:r>
              <a:rPr lang="en-US" altLang="zh-CN" dirty="0"/>
              <a:t>PCIe</a:t>
            </a:r>
            <a:r>
              <a:rPr lang="zh-CN" altLang="en-US" dirty="0"/>
              <a:t>的消息进行路由了！它其实就是一个非常简单的线段树，我们假设需要将一个消息从</a:t>
            </a:r>
            <a:r>
              <a:rPr lang="en-US" altLang="zh-CN" dirty="0"/>
              <a:t>CPU</a:t>
            </a:r>
            <a:r>
              <a:rPr lang="zh-CN" altLang="en-US" dirty="0"/>
              <a:t>发给</a:t>
            </a:r>
            <a:r>
              <a:rPr lang="en-US" altLang="zh-CN" dirty="0"/>
              <a:t>BDF</a:t>
            </a:r>
            <a:r>
              <a:rPr lang="zh-CN" altLang="en-US" dirty="0"/>
              <a:t>为</a:t>
            </a:r>
            <a:r>
              <a:rPr lang="en-US" altLang="zh-CN" dirty="0"/>
              <a:t>04:00.0</a:t>
            </a:r>
            <a:r>
              <a:rPr lang="zh-CN" altLang="en-US" dirty="0"/>
              <a:t>的设备，那么其路由过程如下：</a:t>
            </a:r>
          </a:p>
          <a:p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首先，</a:t>
            </a:r>
            <a:r>
              <a:rPr lang="en-US" altLang="zh-CN" dirty="0"/>
              <a:t>CPU</a:t>
            </a:r>
            <a:r>
              <a:rPr lang="zh-CN" altLang="en-US" dirty="0"/>
              <a:t>会请求</a:t>
            </a:r>
            <a:r>
              <a:rPr lang="en-US" altLang="zh-CN" dirty="0"/>
              <a:t>Host Bridge</a:t>
            </a:r>
            <a:r>
              <a:rPr lang="zh-CN" altLang="en-US" dirty="0"/>
              <a:t>产生消息，然后由于</a:t>
            </a:r>
            <a:r>
              <a:rPr lang="en-US" altLang="zh-CN" dirty="0"/>
              <a:t>Bus 4</a:t>
            </a:r>
            <a:r>
              <a:rPr lang="zh-CN" altLang="en-US" dirty="0"/>
              <a:t>在第一个</a:t>
            </a:r>
            <a:r>
              <a:rPr lang="en-US" altLang="zh-CN" dirty="0"/>
              <a:t>Bridge</a:t>
            </a:r>
            <a:r>
              <a:rPr lang="zh-CN" altLang="en-US" dirty="0"/>
              <a:t>的</a:t>
            </a:r>
            <a:r>
              <a:rPr lang="en-US" altLang="zh-CN" dirty="0"/>
              <a:t>Sec</a:t>
            </a:r>
            <a:r>
              <a:rPr lang="zh-CN" altLang="en-US" dirty="0"/>
              <a:t>和</a:t>
            </a:r>
            <a:r>
              <a:rPr lang="en-US" altLang="zh-CN" dirty="0"/>
              <a:t>Sub</a:t>
            </a:r>
            <a:r>
              <a:rPr lang="zh-CN" altLang="en-US" dirty="0"/>
              <a:t>之间，</a:t>
            </a:r>
            <a:r>
              <a:rPr lang="en-US" altLang="zh-CN" dirty="0"/>
              <a:t>Root Complex</a:t>
            </a:r>
            <a:r>
              <a:rPr lang="zh-CN" altLang="en-US" dirty="0"/>
              <a:t>会将这个消息通过这个</a:t>
            </a:r>
            <a:r>
              <a:rPr lang="en-US" altLang="zh-CN" dirty="0"/>
              <a:t>Bridge</a:t>
            </a:r>
            <a:r>
              <a:rPr lang="zh-CN" altLang="en-US" dirty="0"/>
              <a:t>转发出去。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然后继续递归，这个消息将通过</a:t>
            </a:r>
            <a:r>
              <a:rPr lang="en-US" altLang="zh-CN" dirty="0"/>
              <a:t>Bus 1</a:t>
            </a:r>
            <a:r>
              <a:rPr lang="zh-CN" altLang="en-US" dirty="0"/>
              <a:t>传递给下游</a:t>
            </a:r>
            <a:r>
              <a:rPr lang="en-US" altLang="zh-CN" dirty="0"/>
              <a:t>Switch</a:t>
            </a:r>
            <a:r>
              <a:rPr lang="zh-CN" altLang="en-US" dirty="0"/>
              <a:t>中的连接上游总线的</a:t>
            </a:r>
            <a:r>
              <a:rPr lang="en-US" altLang="zh-CN" dirty="0"/>
              <a:t>Bridge</a:t>
            </a:r>
            <a:r>
              <a:rPr lang="zh-CN" altLang="en-US" dirty="0"/>
              <a:t>。而这个</a:t>
            </a:r>
            <a:r>
              <a:rPr lang="en-US" altLang="zh-CN" dirty="0"/>
              <a:t>Switch</a:t>
            </a:r>
            <a:r>
              <a:rPr lang="zh-CN" altLang="en-US" dirty="0"/>
              <a:t>会来检查它下游所有</a:t>
            </a:r>
            <a:r>
              <a:rPr lang="en-US" altLang="zh-CN" dirty="0"/>
              <a:t>Bridge</a:t>
            </a:r>
            <a:r>
              <a:rPr lang="zh-CN" altLang="en-US" dirty="0"/>
              <a:t>的配置，最后发现</a:t>
            </a:r>
            <a:r>
              <a:rPr lang="en-US" altLang="zh-CN" dirty="0"/>
              <a:t>Bus 4</a:t>
            </a:r>
            <a:r>
              <a:rPr lang="zh-CN" altLang="en-US" dirty="0"/>
              <a:t>在它的第二个下游</a:t>
            </a:r>
            <a:r>
              <a:rPr lang="en-US" altLang="zh-CN" dirty="0"/>
              <a:t>Bridge</a:t>
            </a:r>
            <a:r>
              <a:rPr lang="zh-CN" altLang="en-US" dirty="0"/>
              <a:t>的</a:t>
            </a:r>
            <a:r>
              <a:rPr lang="en-US" altLang="zh-CN" dirty="0"/>
              <a:t>Sec</a:t>
            </a:r>
            <a:r>
              <a:rPr lang="zh-CN" altLang="en-US" dirty="0"/>
              <a:t>和</a:t>
            </a:r>
            <a:r>
              <a:rPr lang="en-US" altLang="zh-CN" dirty="0"/>
              <a:t>Sub</a:t>
            </a:r>
            <a:r>
              <a:rPr lang="zh-CN" altLang="en-US" dirty="0"/>
              <a:t>之间，于是这个</a:t>
            </a:r>
            <a:r>
              <a:rPr lang="en-US" altLang="zh-CN" dirty="0"/>
              <a:t>Switch</a:t>
            </a:r>
            <a:r>
              <a:rPr lang="zh-CN" altLang="en-US" dirty="0"/>
              <a:t>会将这个消息通过这个</a:t>
            </a:r>
            <a:r>
              <a:rPr lang="en-US" altLang="zh-CN" dirty="0"/>
              <a:t>Bridge</a:t>
            </a:r>
            <a:r>
              <a:rPr lang="zh-CN" altLang="en-US" dirty="0"/>
              <a:t>转发出去。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消息经过</a:t>
            </a:r>
            <a:r>
              <a:rPr lang="en-US" altLang="zh-CN" dirty="0"/>
              <a:t>Bus 4</a:t>
            </a:r>
            <a:r>
              <a:rPr lang="zh-CN" altLang="en-US" dirty="0"/>
              <a:t>到达</a:t>
            </a:r>
            <a:r>
              <a:rPr lang="en-US" altLang="zh-CN" dirty="0"/>
              <a:t>Function 04:00.0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558564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34FAC-DFAF-54E0-71F2-EF65DF0DF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3A0C50E-8393-AD84-5F5C-8D6D9C624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5307" y="0"/>
            <a:ext cx="4936693" cy="6858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2BD7F51-C96A-56B2-3575-3E938390B93D}"/>
              </a:ext>
            </a:extLst>
          </p:cNvPr>
          <p:cNvSpPr txBox="1"/>
          <p:nvPr/>
        </p:nvSpPr>
        <p:spPr>
          <a:xfrm>
            <a:off x="0" y="0"/>
            <a:ext cx="741099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配置空间访问流程：</a:t>
            </a:r>
          </a:p>
          <a:p>
            <a:r>
              <a:rPr lang="zh-CN" altLang="en-US" dirty="0"/>
              <a:t>从</a:t>
            </a:r>
            <a:r>
              <a:rPr lang="en-US" altLang="zh-CN" dirty="0"/>
              <a:t>CPU</a:t>
            </a:r>
            <a:r>
              <a:rPr lang="zh-CN" altLang="en-US" dirty="0"/>
              <a:t>出发，用对配置空间的读请求做一个例子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首先，</a:t>
            </a:r>
            <a:r>
              <a:rPr lang="en-US" altLang="zh-CN" dirty="0"/>
              <a:t>CPU</a:t>
            </a:r>
            <a:r>
              <a:rPr lang="zh-CN" altLang="en-US" dirty="0"/>
              <a:t>执行内存访问指令来读取虚拟内存中映射的，在</a:t>
            </a:r>
            <a:r>
              <a:rPr lang="en-US" altLang="zh-CN" dirty="0"/>
              <a:t>ECAM</a:t>
            </a:r>
            <a:r>
              <a:rPr lang="zh-CN" altLang="en-US" dirty="0"/>
              <a:t>中的，某个配置空间的内容。比如：</a:t>
            </a:r>
            <a:r>
              <a:rPr lang="en-US" altLang="zh-CN" dirty="0"/>
              <a:t>mov ax, [0x10e8100000]</a:t>
            </a:r>
            <a:r>
              <a:rPr lang="zh-CN" altLang="en-US" dirty="0"/>
              <a:t>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然后，这个读请求的地址经过</a:t>
            </a:r>
            <a:r>
              <a:rPr lang="en-US" altLang="zh-CN" dirty="0"/>
              <a:t>MMU</a:t>
            </a:r>
            <a:r>
              <a:rPr lang="zh-CN" altLang="en-US" dirty="0"/>
              <a:t>，查询页表得到物理内存的地址。假设，这个物理地址是</a:t>
            </a:r>
            <a:r>
              <a:rPr lang="en-US" altLang="zh-CN" dirty="0"/>
              <a:t>BDF</a:t>
            </a:r>
            <a:r>
              <a:rPr lang="zh-CN" altLang="en-US" dirty="0"/>
              <a:t>为 </a:t>
            </a:r>
            <a:r>
              <a:rPr lang="en-US" altLang="zh-CN" dirty="0"/>
              <a:t>81:00.0 </a:t>
            </a:r>
            <a:r>
              <a:rPr lang="zh-CN" altLang="en-US" dirty="0"/>
              <a:t>的设备的配置空间地址：</a:t>
            </a:r>
            <a:r>
              <a:rPr lang="en-US" altLang="zh-CN" dirty="0"/>
              <a:t>0xe8100000</a:t>
            </a:r>
            <a:r>
              <a:rPr lang="zh-CN" altLang="en-US" dirty="0"/>
              <a:t>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这个读请求会被发送给</a:t>
            </a:r>
            <a:r>
              <a:rPr lang="en-US" altLang="zh-CN" dirty="0"/>
              <a:t>Memory Controller</a:t>
            </a:r>
            <a:r>
              <a:rPr lang="zh-CN" altLang="en-US" dirty="0"/>
              <a:t>，</a:t>
            </a:r>
            <a:r>
              <a:rPr lang="en-US" altLang="zh-CN" dirty="0"/>
              <a:t>Memory Controller</a:t>
            </a:r>
            <a:r>
              <a:rPr lang="zh-CN" altLang="en-US" dirty="0"/>
              <a:t>检查这个地址之后，发现这个地址不属于</a:t>
            </a:r>
            <a:r>
              <a:rPr lang="en-US" altLang="zh-CN" dirty="0"/>
              <a:t>DRAM</a:t>
            </a:r>
            <a:r>
              <a:rPr lang="zh-CN" altLang="en-US" dirty="0"/>
              <a:t>，于是转发给对应的</a:t>
            </a:r>
            <a:r>
              <a:rPr lang="en-US" altLang="zh-CN" dirty="0"/>
              <a:t>PCIE</a:t>
            </a:r>
            <a:r>
              <a:rPr lang="zh-CN" altLang="en-US" dirty="0"/>
              <a:t>控制器，到</a:t>
            </a:r>
            <a:r>
              <a:rPr lang="en-US" altLang="zh-CN" dirty="0"/>
              <a:t>Root Complex</a:t>
            </a:r>
            <a:r>
              <a:rPr lang="zh-CN" altLang="en-US" dirty="0"/>
              <a:t>中。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Root Complex</a:t>
            </a:r>
            <a:r>
              <a:rPr lang="zh-CN" altLang="en-US" dirty="0"/>
              <a:t>的</a:t>
            </a:r>
            <a:r>
              <a:rPr lang="en-US" altLang="zh-CN" dirty="0"/>
              <a:t>Host Bridge</a:t>
            </a:r>
            <a:r>
              <a:rPr lang="zh-CN" altLang="en-US" dirty="0"/>
              <a:t>收到这个请求，发现这个请求属于设备的配置空间，于是将这个请求转换为一个配置空间的读请求（请求名称叫</a:t>
            </a:r>
            <a:r>
              <a:rPr lang="en-US" altLang="zh-CN" dirty="0"/>
              <a:t>CfgR0</a:t>
            </a:r>
            <a:r>
              <a:rPr lang="zh-CN" altLang="en-US" dirty="0"/>
              <a:t>，具体的结构后面会介绍），地址是</a:t>
            </a:r>
            <a:r>
              <a:rPr lang="en-US" altLang="zh-CN" dirty="0"/>
              <a:t>BDF 81:00.0</a:t>
            </a:r>
            <a:r>
              <a:rPr lang="zh-CN" altLang="en-US" dirty="0"/>
              <a:t>，</a:t>
            </a:r>
            <a:r>
              <a:rPr lang="en-US" altLang="zh-CN" dirty="0"/>
              <a:t>Offset</a:t>
            </a:r>
            <a:r>
              <a:rPr lang="zh-CN" altLang="en-US" dirty="0"/>
              <a:t>是</a:t>
            </a:r>
            <a:r>
              <a:rPr lang="en-US" altLang="zh-CN" dirty="0"/>
              <a:t>0</a:t>
            </a:r>
            <a:r>
              <a:rPr lang="zh-CN" altLang="en-US" dirty="0"/>
              <a:t>，长度是</a:t>
            </a:r>
            <a:r>
              <a:rPr lang="en-US" altLang="zh-CN" dirty="0"/>
              <a:t>2</a:t>
            </a:r>
            <a:r>
              <a:rPr lang="zh-CN" altLang="en-US" dirty="0"/>
              <a:t>个字节，并利用</a:t>
            </a:r>
            <a:r>
              <a:rPr lang="en-US" altLang="zh-CN" dirty="0"/>
              <a:t>BDF</a:t>
            </a:r>
            <a:r>
              <a:rPr lang="zh-CN" altLang="en-US" dirty="0"/>
              <a:t>开始路由。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Root Complex</a:t>
            </a:r>
            <a:r>
              <a:rPr lang="zh-CN" altLang="en-US" dirty="0"/>
              <a:t>根据所有连接到其上面的设备和桥的配置空间里的配置，将这个请求转发给对应的设备。如果是设备本身就检查</a:t>
            </a:r>
            <a:r>
              <a:rPr lang="en-US" altLang="zh-CN" dirty="0"/>
              <a:t>Device Number</a:t>
            </a:r>
            <a:r>
              <a:rPr lang="zh-CN" altLang="en-US" dirty="0"/>
              <a:t>和</a:t>
            </a:r>
            <a:r>
              <a:rPr lang="en-US" altLang="zh-CN" dirty="0"/>
              <a:t>Function Number</a:t>
            </a:r>
            <a:r>
              <a:rPr lang="zh-CN" altLang="en-US" dirty="0"/>
              <a:t>，如果是桥，就检查</a:t>
            </a:r>
            <a:r>
              <a:rPr lang="en-US" altLang="zh-CN" dirty="0"/>
              <a:t>Secondary Bus Number</a:t>
            </a:r>
            <a:r>
              <a:rPr lang="zh-CN" altLang="en-US" dirty="0"/>
              <a:t>和</a:t>
            </a:r>
            <a:r>
              <a:rPr lang="en-US" altLang="zh-CN" dirty="0"/>
              <a:t>Subordinate Bus Number</a:t>
            </a:r>
            <a:r>
              <a:rPr lang="zh-CN" altLang="en-US" dirty="0"/>
              <a:t>，然后进行递归的转发。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最后，请求到达设备。</a:t>
            </a:r>
          </a:p>
          <a:p>
            <a:r>
              <a:rPr lang="zh-CN" altLang="en-US" dirty="0"/>
              <a:t>数据返回的流程和请求的流程非常类似，只不过是从设备出发，返回给</a:t>
            </a:r>
            <a:r>
              <a:rPr lang="en-US" altLang="zh-CN" dirty="0"/>
              <a:t>CPU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974133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8008A-8975-A50F-F658-A91031498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0919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40347-2C32-8447-ED8C-8AF75E117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4762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91911-9FAE-DF80-FFFB-9ABC6AFE0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670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DC9A4-CD5E-C30F-DB65-74C922123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62176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15098</TotalTime>
  <Words>479</Words>
  <Application>Microsoft Office PowerPoint</Application>
  <PresentationFormat>宽屏</PresentationFormat>
  <Paragraphs>19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等线</vt:lpstr>
      <vt:lpstr>等线 Light</vt:lpstr>
      <vt:lpstr>Arial</vt:lpstr>
      <vt:lpstr>Times New Roman</vt:lpstr>
      <vt:lpstr>Office 主题​​</vt:lpstr>
      <vt:lpstr>PCIE软件初始化&amp;配置</vt:lpstr>
      <vt:lpstr>PowerPoint 演示文稿</vt:lpstr>
      <vt:lpstr>ECAM(Enhanced Configuration Access Mechanism)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Jayden Han</dc:creator>
  <cp:lastModifiedBy>Jayden Han</cp:lastModifiedBy>
  <cp:revision>24</cp:revision>
  <dcterms:created xsi:type="dcterms:W3CDTF">2025-04-28T02:46:23Z</dcterms:created>
  <dcterms:modified xsi:type="dcterms:W3CDTF">2025-05-30T06:47:44Z</dcterms:modified>
</cp:coreProperties>
</file>